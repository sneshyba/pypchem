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23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5970"/>
  </p:normalViewPr>
  <p:slideViewPr>
    <p:cSldViewPr snapToGrid="0">
      <p:cViewPr varScale="1">
        <p:scale>
          <a:sx n="106" d="100"/>
          <a:sy n="106" d="100"/>
        </p:scale>
        <p:origin x="69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AE4D1-36DA-241C-0B6F-12E8C7FC88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4B9883-4858-139F-7BB7-AAF6808BD4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264E1-DB4C-DA43-8ACE-7196B31D4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4898A-7F2F-CB4C-BE81-5576545EA5D9}" type="datetimeFigureOut">
              <a:rPr lang="en-US" smtClean="0"/>
              <a:t>9/19/25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F8681A-5101-E0C5-7906-748A030C9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E7B104-84ED-3FFE-CBE5-014921ECB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A6F7-9AC1-EA40-9ECE-1119D3BCE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7940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521A8-35A8-2EC1-9DDF-E87BBAC7E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167B01-0B63-5A64-54BB-6D57A56843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8374AD-B917-8989-62CA-DECCF6C27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4898A-7F2F-CB4C-BE81-5576545EA5D9}" type="datetimeFigureOut">
              <a:rPr lang="en-US" smtClean="0"/>
              <a:t>9/19/25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945D48-99A6-28A2-AAB4-7D3F776A0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0E84BD-A70E-5FBA-90A0-E224B851A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A6F7-9AC1-EA40-9ECE-1119D3BCE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347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5B509-6660-3B12-842C-BE7F518FB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50CA0D-79D6-F7BB-783E-B1331A45BC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83257C-A90D-F0DB-34EA-DED10F08D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4898A-7F2F-CB4C-BE81-5576545EA5D9}" type="datetimeFigureOut">
              <a:rPr lang="en-US" smtClean="0"/>
              <a:t>9/19/25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76FEA-B7A1-C164-23EE-A3DCE388F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12830B-1FD7-922F-A025-175CFCCAE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A6F7-9AC1-EA40-9ECE-1119D3BCE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309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5CC3A-0AA5-C1F6-0332-FBE23EAB5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B410B9-0A80-C72B-A31A-DCB3E83C28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865B8F-DCB2-18AD-B96F-75454F97C7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0E2BCE-E913-DED5-9DDA-B775ECEC6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4898A-7F2F-CB4C-BE81-5576545EA5D9}" type="datetimeFigureOut">
              <a:rPr lang="en-US" smtClean="0"/>
              <a:t>9/19/25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78F3AA-2B09-EF01-6570-C6FC607A6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D933D4-0548-C864-6590-AA0C9D637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A6F7-9AC1-EA40-9ECE-1119D3BCE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011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B4F42-F5AB-779C-9E5D-42636A5F9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3D1394-0C5B-E883-00D5-22C1B021DD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F47296-E5B5-3F2F-4A71-641C456D79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43FB4D-0F95-CF71-C6A7-F324B04417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E9A751-E26B-2DA1-D599-626042E39C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4E4779-4C5F-2594-B052-6668D27AB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4898A-7F2F-CB4C-BE81-5576545EA5D9}" type="datetimeFigureOut">
              <a:rPr lang="en-US" smtClean="0"/>
              <a:t>9/19/25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3832912-D90B-D12B-2206-0F37DF807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0D537E-EAE4-2C6C-7073-53154E3BD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A6F7-9AC1-EA40-9ECE-1119D3BCE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809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334A4-322A-5944-18BC-BA62E644B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E9195A-E118-8F41-52BA-087454B6B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4898A-7F2F-CB4C-BE81-5576545EA5D9}" type="datetimeFigureOut">
              <a:rPr lang="en-US" smtClean="0"/>
              <a:t>9/19/25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2A8BD2-0D83-F535-B0A8-AC3305704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490A7C-E1C8-7625-AB1D-03F271639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A6F7-9AC1-EA40-9ECE-1119D3BCE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0231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C4F80A-3DD4-D0DB-FB4D-91C3284D5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4898A-7F2F-CB4C-BE81-5576545EA5D9}" type="datetimeFigureOut">
              <a:rPr lang="en-US" smtClean="0"/>
              <a:t>9/19/25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CD6EEB-57CE-C71F-A07E-7141911A0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C85402-0E8A-A94F-E766-A68F009FB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A6F7-9AC1-EA40-9ECE-1119D3BCE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545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99550-3669-5370-4BD4-53D407146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445A96-628E-F135-3708-0DFB42D46D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80DFA9-00FE-0613-8C62-DA37D36F29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8DE797-470D-9B25-F67B-DD6447856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4898A-7F2F-CB4C-BE81-5576545EA5D9}" type="datetimeFigureOut">
              <a:rPr lang="en-US" smtClean="0"/>
              <a:t>9/19/25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A455FE-4DBE-3FC5-CB0C-853DAFD38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6B080A-8D5A-A98C-B2E6-476F7DEA2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A6F7-9AC1-EA40-9ECE-1119D3BCE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6464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0DB5E-0011-0481-7FD6-AE4D48E7A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54254C-415B-693C-BAA0-E01E8605CD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55F016-E4A3-1998-507F-2D724EE138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154388-6854-57A6-5080-CD1DD5C18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4898A-7F2F-CB4C-BE81-5576545EA5D9}" type="datetimeFigureOut">
              <a:rPr lang="en-US" smtClean="0"/>
              <a:t>9/19/25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02A68F-89F2-CB23-3280-A1B10D934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699B02-09B6-1C02-47B0-CD1044DCE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A6F7-9AC1-EA40-9ECE-1119D3BCE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6061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64FC9-DEC9-7FFD-23CD-E34EC619D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368956-74C9-D107-7D6D-E5160D419D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CBE168-AC59-58D8-CB2B-C834FEA44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4898A-7F2F-CB4C-BE81-5576545EA5D9}" type="datetimeFigureOut">
              <a:rPr lang="en-US" smtClean="0"/>
              <a:t>9/19/25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3791E9-D6F3-9A76-98D7-2DAB6FCCC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7FACE-106D-B461-2B19-5E34C63DF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A6F7-9AC1-EA40-9ECE-1119D3BCE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941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A5D5CC-B726-F591-FC54-65A1C44A41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8200BB-9512-DF42-D1AD-76CB4E462D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E0509F-2926-AB5E-6287-23DB9ECB0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4898A-7F2F-CB4C-BE81-5576545EA5D9}" type="datetimeFigureOut">
              <a:rPr lang="en-US" smtClean="0"/>
              <a:t>9/19/25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36DF32-F7C9-FB01-A925-FF542943B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B7AAF9-EA4B-DF2D-368B-7B424D183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A6F7-9AC1-EA40-9ECE-1119D3BCE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8373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5BA60E-6864-4F62-75E9-F64AEFDE1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89EB7D-7219-A61D-8BA0-29DCC0B41A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A85C71-F9B1-FDE5-7474-3092CF3D68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14898A-7F2F-CB4C-BE81-5576545EA5D9}" type="datetimeFigureOut">
              <a:rPr lang="en-US" smtClean="0"/>
              <a:t>9/19/25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A1AF13-D750-0F13-7B98-2D1A068587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3FDACC-0431-2DEE-73CC-A22D97067A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7A6F7-9AC1-EA40-9ECE-1119D3BCE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506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EAD1331-D841-7041-9C7D-81D8855141CE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505779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Blackboard work for finding Boltzmann moments (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b="1" dirty="0"/>
                  <a:t>,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sub>
                          <m:sup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bSup>
                      </m:e>
                    </m:d>
                  </m:oMath>
                </a14:m>
                <a:r>
                  <a:rPr lang="en-US" sz="2400" b="1" dirty="0"/>
                  <a:t>,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sub>
                          <m:sup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p>
                        </m:sSubSup>
                      </m:e>
                    </m:d>
                  </m:oMath>
                </a14:m>
                <a:r>
                  <a:rPr lang="en-US" sz="2400" b="1" dirty="0"/>
                  <a:t> …)</a:t>
                </a: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EAD1331-D841-7041-9C7D-81D8855141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12192000" cy="505779"/>
              </a:xfrm>
              <a:prstGeom prst="rect">
                <a:avLst/>
              </a:prstGeom>
              <a:blipFill>
                <a:blip r:embed="rId2"/>
                <a:stretch>
                  <a:fillRect l="-832" t="-2500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ED05B173-FE26-A6E0-1385-A48B4618CC55}"/>
              </a:ext>
            </a:extLst>
          </p:cNvPr>
          <p:cNvGrpSpPr/>
          <p:nvPr/>
        </p:nvGrpSpPr>
        <p:grpSpPr>
          <a:xfrm>
            <a:off x="990086" y="1411196"/>
            <a:ext cx="3621786" cy="2470548"/>
            <a:chOff x="143266" y="582040"/>
            <a:chExt cx="3621786" cy="247054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Rectangle 2">
                  <a:extLst>
                    <a:ext uri="{FF2B5EF4-FFF2-40B4-BE49-F238E27FC236}">
                      <a16:creationId xmlns:a16="http://schemas.microsoft.com/office/drawing/2014/main" id="{EE51A04C-FCE6-F8E9-3065-63BBA46811F0}"/>
                    </a:ext>
                  </a:extLst>
                </p:cNvPr>
                <p:cNvSpPr/>
                <p:nvPr/>
              </p:nvSpPr>
              <p:spPr>
                <a:xfrm>
                  <a:off x="143266" y="582040"/>
                  <a:ext cx="3621786" cy="2470548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𝒇</m:t>
                            </m:r>
                          </m:e>
                          <m:sub>
                            <m: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𝑩</m:t>
                            </m:r>
                          </m:sub>
                        </m:sSub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𝑵</m:t>
                            </m:r>
                          </m:e>
                          <m:sub>
                            <m:r>
                              <a:rPr lang="en-US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𝑩</m:t>
                            </m:r>
                          </m:sub>
                        </m:sSub>
                        <m:func>
                          <m:funcPr>
                            <m:ctrlP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𝒆𝒙𝒑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24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4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  <m:sSubSup>
                                  <m:sSubSupPr>
                                    <m:ctrlPr>
                                      <a:rPr lang="en-US" sz="24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4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US" sz="24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sub>
                                  <m:sup>
                                    <m:r>
                                      <a:rPr lang="en-US" sz="24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bSup>
                              </m:e>
                            </m:d>
                          </m:e>
                        </m:func>
                      </m:oMath>
                    </m:oMathPara>
                  </a14:m>
                  <a:endParaRPr lang="en-US" sz="2400" b="1" dirty="0">
                    <a:solidFill>
                      <a:schemeClr val="tx1"/>
                    </a:solidFill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sub>
                            </m:s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d>
                              <m:dPr>
                                <m:ctrlP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𝑀</m:t>
                                    </m:r>
                                  </m:num>
                                  <m:den>
                                    <m:r>
                                      <a:rPr 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𝜋</m:t>
                                    </m:r>
                                    <m:r>
                                      <a:rPr 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𝑅𝑇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f>
                              <m:fPr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</m:oMath>
                    </m:oMathPara>
                  </a14:m>
                  <a:endParaRPr lang="en-US" sz="2400" dirty="0">
                    <a:solidFill>
                      <a:schemeClr val="tx1"/>
                    </a:solidFill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num>
                          <m:den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𝑅𝑇</m:t>
                            </m:r>
                          </m:den>
                        </m:f>
                      </m:oMath>
                    </m:oMathPara>
                  </a14:m>
                  <a:endParaRPr lang="en-US" sz="2400" dirty="0">
                    <a:solidFill>
                      <a:schemeClr val="tx1"/>
                    </a:solidFill>
                  </a:endParaRPr>
                </a:p>
                <a:p>
                  <a:endParaRPr lang="en-US" sz="2400" dirty="0"/>
                </a:p>
              </p:txBody>
            </p:sp>
          </mc:Choice>
          <mc:Fallback xmlns="">
            <p:sp>
              <p:nvSpPr>
                <p:cNvPr id="3" name="Rectangle 2">
                  <a:extLst>
                    <a:ext uri="{FF2B5EF4-FFF2-40B4-BE49-F238E27FC236}">
                      <a16:creationId xmlns:a16="http://schemas.microsoft.com/office/drawing/2014/main" id="{EE51A04C-FCE6-F8E9-3065-63BBA46811F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3266" y="582040"/>
                  <a:ext cx="3621786" cy="2470548"/>
                </a:xfrm>
                <a:prstGeom prst="rect">
                  <a:avLst/>
                </a:prstGeom>
                <a:blipFill>
                  <a:blip r:embed="rId3"/>
                  <a:stretch>
                    <a:fillRect l="-139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0A6ADE2-3F9B-6C65-0ED7-A7C6EF5EE56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431552" y="1401306"/>
              <a:ext cx="1333500" cy="1435100"/>
            </a:xfrm>
            <a:prstGeom prst="rect">
              <a:avLst/>
            </a:prstGeom>
          </p:spPr>
        </p:pic>
      </p:grpSp>
      <p:pic>
        <p:nvPicPr>
          <p:cNvPr id="2" name="Picture 2">
            <a:extLst>
              <a:ext uri="{FF2B5EF4-FFF2-40B4-BE49-F238E27FC236}">
                <a16:creationId xmlns:a16="http://schemas.microsoft.com/office/drawing/2014/main" id="{2FF3602B-8A20-293A-0444-89A93ADA04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9887" y="690265"/>
            <a:ext cx="5047607" cy="3783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CD43ECC-56EA-BC77-7ADC-9C7C3B92BC3A}"/>
                  </a:ext>
                </a:extLst>
              </p:cNvPr>
              <p:cNvSpPr txBox="1"/>
              <p:nvPr/>
            </p:nvSpPr>
            <p:spPr>
              <a:xfrm>
                <a:off x="224589" y="4473343"/>
                <a:ext cx="11742821" cy="1983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Your tasks: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/>
                  <a:t>Sketch what the </a:t>
                </a:r>
                <a:r>
                  <a:rPr lang="en-US" sz="2400" b="1" dirty="0"/>
                  <a:t>integrands</a:t>
                </a:r>
                <a:r>
                  <a:rPr lang="en-US" sz="2400" dirty="0"/>
                  <a:t> for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sub>
                          <m:sup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bSup>
                      </m:e>
                    </m:d>
                  </m:oMath>
                </a14:m>
                <a:r>
                  <a:rPr lang="en-US" sz="2400" dirty="0"/>
                  <a:t> … look like, and use those sketches to predict which are likely to be zero (it’s a symmetry thing).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/>
                  <a:t>For the nonzero one, identify which Gaussian integral from your table would be used, and how you would use it.</a:t>
                </a: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CD43ECC-56EA-BC77-7ADC-9C7C3B92BC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589" y="4473343"/>
                <a:ext cx="11742821" cy="1983107"/>
              </a:xfrm>
              <a:prstGeom prst="rect">
                <a:avLst/>
              </a:prstGeom>
              <a:blipFill>
                <a:blip r:embed="rId6"/>
                <a:stretch>
                  <a:fillRect l="-756" t="-2548" r="-972" b="-57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784543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77</Words>
  <Application>Microsoft Macintosh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Steven</dc:creator>
  <cp:lastModifiedBy>Steven</cp:lastModifiedBy>
  <cp:revision>2</cp:revision>
  <dcterms:created xsi:type="dcterms:W3CDTF">2025-09-19T13:56:32Z</dcterms:created>
  <dcterms:modified xsi:type="dcterms:W3CDTF">2025-09-19T14:05:28Z</dcterms:modified>
</cp:coreProperties>
</file>