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492" r:id="rId2"/>
    <p:sldId id="507" r:id="rId3"/>
    <p:sldId id="508" r:id="rId4"/>
    <p:sldId id="74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0"/>
    <p:restoredTop sz="95970"/>
  </p:normalViewPr>
  <p:slideViewPr>
    <p:cSldViewPr snapToGrid="0">
      <p:cViewPr varScale="1">
        <p:scale>
          <a:sx n="106" d="100"/>
          <a:sy n="106" d="100"/>
        </p:scale>
        <p:origin x="69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8FCC4-49A5-4072-52BA-5AF208F852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66C41E-ED11-507D-F0A8-8D06B1A52A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A7007D-3426-8D67-5FA0-80AC7876C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FE237-645E-3644-AF55-8857A4D2D684}" type="datetimeFigureOut">
              <a:rPr lang="en-US" smtClean="0"/>
              <a:t>9/21/25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1E1CE6-A905-1FC7-0AFB-439BF6F44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345ACC-3F88-BC73-E73B-A7404FC0B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AA231-8AB1-A542-92C9-41DEF69114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6463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8383E-8562-29D6-64C1-2EF6BD070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1BEDB8-3695-F96F-23C7-DFC646379E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563251-C0CB-8810-1BC9-ADABA3D1F2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FE237-645E-3644-AF55-8857A4D2D684}" type="datetimeFigureOut">
              <a:rPr lang="en-US" smtClean="0"/>
              <a:t>9/21/25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A157B6-5F0B-8963-383A-246ECA835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DFCFD8-B816-228E-7201-3D8907218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AA231-8AB1-A542-92C9-41DEF69114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8995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5ECF2-75B2-2687-3C84-25194B6018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0A6062-1B8C-D296-B8DA-0927A19280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3D2002-D698-0ABE-245A-1B70EEC26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FE237-645E-3644-AF55-8857A4D2D684}" type="datetimeFigureOut">
              <a:rPr lang="en-US" smtClean="0"/>
              <a:t>9/21/25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D58E06-5922-F782-3CB6-18F262BA5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0C2B91-106F-89E6-9C39-232DE456D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AA231-8AB1-A542-92C9-41DEF69114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8106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5CC29-30FF-3DAA-564F-4EC05A270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B6052F-D3BB-CF9E-6183-CA46F74D3B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CE439B-E593-3D6B-8B60-02BBC6981B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92BEE4-48AB-C696-24B6-A540FD7934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FE237-645E-3644-AF55-8857A4D2D684}" type="datetimeFigureOut">
              <a:rPr lang="en-US" smtClean="0"/>
              <a:t>9/21/25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50B80A-F41D-4B41-CD82-EC5106620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7E1F1A-4BA8-D14F-7AF7-5CE1FBA81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AA231-8AB1-A542-92C9-41DEF69114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75767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5AF8F-DFB2-AC5E-A69E-450F96C37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967F0F-FE2F-2F40-1706-18382B6751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5F7C5-7B1F-228B-F22F-EF0579F0EA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F863FD-B1E2-2FDF-BB98-2D2F69030C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AFA1C1E-B210-09F7-5754-C3FEB7FCDF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D3C7AB-2236-C064-1A69-473B72F8B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FE237-645E-3644-AF55-8857A4D2D684}" type="datetimeFigureOut">
              <a:rPr lang="en-US" smtClean="0"/>
              <a:t>9/21/25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0D6195-8F3F-74AE-7C2D-C5A0B83D8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40C81C-23A1-DC52-E0C5-134724930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AA231-8AB1-A542-92C9-41DEF69114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716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9A275-DFE3-138C-BD68-E022CF809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D00306-01CE-954C-491D-0878AE29C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FE237-645E-3644-AF55-8857A4D2D684}" type="datetimeFigureOut">
              <a:rPr lang="en-US" smtClean="0"/>
              <a:t>9/21/25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6320DA-38B6-63C8-56E8-A53A89F12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4311BA-D860-47A6-C177-506394308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AA231-8AB1-A542-92C9-41DEF69114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1916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EF7D6B-37EF-8B4C-9608-5AB294EAB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FE237-645E-3644-AF55-8857A4D2D684}" type="datetimeFigureOut">
              <a:rPr lang="en-US" smtClean="0"/>
              <a:t>9/21/25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2F36D0-EFC7-8AE0-F71E-A5F5D4E18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5C33BC-BEF0-BD71-DC42-BD52529AC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AA231-8AB1-A542-92C9-41DEF69114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3986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98DC3-8796-F2B6-9CD9-0D83424F7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4927FB-993D-286B-E6E7-0D2C48841D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0707DE-3AC5-514B-5CC5-C1A9F70E9B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F9444D-D82B-3D08-C051-3522A16EA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FE237-645E-3644-AF55-8857A4D2D684}" type="datetimeFigureOut">
              <a:rPr lang="en-US" smtClean="0"/>
              <a:t>9/21/25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0B8E4B-3463-0214-AC6C-924889DA0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6634A9-1C97-F64A-CD31-AE7DB88CF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AA231-8AB1-A542-92C9-41DEF69114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0183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75A35-FA32-F292-AB71-1BB6821025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8169F55-8C11-96AB-74F2-427BB8783D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B04F67-83F0-AD96-0A39-02B768E0F5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A393E7-AE4C-8626-8579-EE8DA7B8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FE237-645E-3644-AF55-8857A4D2D684}" type="datetimeFigureOut">
              <a:rPr lang="en-US" smtClean="0"/>
              <a:t>9/21/25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521FAF-4448-EFF5-EF7C-9A488CB86A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4EE722-814C-578A-1AEE-41C54042E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AA231-8AB1-A542-92C9-41DEF69114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7374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CF7DC-ACBC-F317-F092-18BFCB460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99F080-51C8-9EB5-5CA6-402B77441C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3987D2-DA8F-F4E9-CD8F-92030BC87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FE237-645E-3644-AF55-8857A4D2D684}" type="datetimeFigureOut">
              <a:rPr lang="en-US" smtClean="0"/>
              <a:t>9/21/25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D6E90E-510F-953E-E5B4-B640B454C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91D9D7-13AC-696F-C188-3780F3F50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AA231-8AB1-A542-92C9-41DEF69114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1318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7BF375F-D465-6FA8-DA22-2A48F9EF0B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258B36-4408-F8A9-5FCD-A5785E0CB5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F756E3-6F27-B7E1-E674-98454B7C3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FE237-645E-3644-AF55-8857A4D2D684}" type="datetimeFigureOut">
              <a:rPr lang="en-US" smtClean="0"/>
              <a:t>9/21/25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14EA4E-DA77-ED87-064E-14860DEBE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A5BF86-733F-CB3F-DA83-330E1795B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AA231-8AB1-A542-92C9-41DEF69114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4850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C534F65-BF06-96A8-8BAD-42FC463D9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0251D0-6FCA-1DFA-9697-27FB4B7B64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8D3EFD-595A-7C9B-599D-DB1F5EC4B7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FE237-645E-3644-AF55-8857A4D2D684}" type="datetimeFigureOut">
              <a:rPr lang="en-US" smtClean="0"/>
              <a:t>9/21/25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617225-4CCF-2243-6D14-43E9A19518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CE3E9C-4222-38B1-4226-CC070D2511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8AA231-8AB1-A542-92C9-41DEF69114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3191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zacklabe.files.wordpress.com/2023/08/sit_piomas_jul23.gif" TargetMode="External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www.climatecodered.org/2023/06/dramatic-arctic-sea-ice-news-should-not.html" TargetMode="External"/><Relationship Id="rId4" Type="http://schemas.openxmlformats.org/officeDocument/2006/relationships/hyperlink" Target="https://www.nature.com/articles/s41467-023-38511-8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zacklabe.files.wordpress.com/2023/08/sit_piomas_jul23.gif" TargetMode="External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hyperlink" Target="http://www.climatecodered.org/2023/06/dramatic-arctic-sea-ice-news-should-not.html" TargetMode="External"/><Relationship Id="rId4" Type="http://schemas.openxmlformats.org/officeDocument/2006/relationships/hyperlink" Target="https://www.nature.com/articles/s41467-023-38511-8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zacklabe.files.wordpress.com/2023/08/sit_piomas_jul23.gif" TargetMode="External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www.climatecodered.org/2023/06/dramatic-arctic-sea-ice-news-should-not.html" TargetMode="External"/><Relationship Id="rId4" Type="http://schemas.openxmlformats.org/officeDocument/2006/relationships/hyperlink" Target="https://www.nature.com/articles/s41467-023-38511-8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CC17354-5AD5-ADE9-E069-8244DAFAC62E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Coming sooner than we thought: an ice-free summertime Arctic Ocean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F473856D-D5AA-A591-1448-559CE03B60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090" y="781437"/>
            <a:ext cx="7170973" cy="4782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0A581B6-19C9-A93E-314B-7AC01DDC99B8}"/>
              </a:ext>
            </a:extLst>
          </p:cNvPr>
          <p:cNvSpPr txBox="1"/>
          <p:nvPr/>
        </p:nvSpPr>
        <p:spPr>
          <a:xfrm>
            <a:off x="187090" y="6076563"/>
            <a:ext cx="68397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hlinkClick r:id="rId3"/>
              </a:rPr>
              <a:t>https://</a:t>
            </a:r>
            <a:r>
              <a:rPr lang="en-US" dirty="0" err="1">
                <a:hlinkClick r:id="rId3"/>
              </a:rPr>
              <a:t>zacklabe.files.wordpress.com</a:t>
            </a:r>
            <a:r>
              <a:rPr lang="en-US" dirty="0">
                <a:hlinkClick r:id="rId3"/>
              </a:rPr>
              <a:t>/2023/08/sit_piomas_jul23.gif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C09018-9B1D-482F-50E6-B2D65E156373}"/>
              </a:ext>
            </a:extLst>
          </p:cNvPr>
          <p:cNvSpPr txBox="1"/>
          <p:nvPr/>
        </p:nvSpPr>
        <p:spPr>
          <a:xfrm>
            <a:off x="7529513" y="781437"/>
            <a:ext cx="4586283" cy="193899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We used to think that the first time Arctic sea ice will go entirely away will be some summer in the 2050s (or even later), and after that an infrequent occurrence.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29828E-EAAE-9671-F2FA-1A4B4FE2B23F}"/>
              </a:ext>
            </a:extLst>
          </p:cNvPr>
          <p:cNvSpPr txBox="1"/>
          <p:nvPr/>
        </p:nvSpPr>
        <p:spPr>
          <a:xfrm>
            <a:off x="7529513" y="5476398"/>
            <a:ext cx="442549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*</a:t>
            </a:r>
            <a:r>
              <a:rPr lang="en-US" dirty="0">
                <a:hlinkClick r:id="rId4"/>
              </a:rPr>
              <a:t>https://www.nature.com/articles/s41467-023-38511-8</a:t>
            </a:r>
            <a:endParaRPr lang="en-US" dirty="0"/>
          </a:p>
          <a:p>
            <a:r>
              <a:rPr lang="en-US" sz="1800" dirty="0"/>
              <a:t>*</a:t>
            </a:r>
            <a:r>
              <a:rPr lang="en-US" dirty="0">
                <a:hlinkClick r:id="rId5"/>
              </a:rPr>
              <a:t>http://www.climatecodered.org/2023/06/dramatic-arctic-sea-ice-news-should-not.html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03322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F473856D-D5AA-A591-1448-559CE03B60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090" y="781437"/>
            <a:ext cx="7170973" cy="4782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0A581B6-19C9-A93E-314B-7AC01DDC99B8}"/>
              </a:ext>
            </a:extLst>
          </p:cNvPr>
          <p:cNvSpPr txBox="1"/>
          <p:nvPr/>
        </p:nvSpPr>
        <p:spPr>
          <a:xfrm>
            <a:off x="187090" y="6076563"/>
            <a:ext cx="68397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hlinkClick r:id="rId3"/>
              </a:rPr>
              <a:t>https://</a:t>
            </a:r>
            <a:r>
              <a:rPr lang="en-US" dirty="0" err="1">
                <a:hlinkClick r:id="rId3"/>
              </a:rPr>
              <a:t>zacklabe.files.wordpress.com</a:t>
            </a:r>
            <a:r>
              <a:rPr lang="en-US" dirty="0">
                <a:hlinkClick r:id="rId3"/>
              </a:rPr>
              <a:t>/2023/08/sit_piomas_jul23.gif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C09018-9B1D-482F-50E6-B2D65E156373}"/>
              </a:ext>
            </a:extLst>
          </p:cNvPr>
          <p:cNvSpPr txBox="1"/>
          <p:nvPr/>
        </p:nvSpPr>
        <p:spPr>
          <a:xfrm>
            <a:off x="7529513" y="781437"/>
            <a:ext cx="4586283" cy="193899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We used to think that the first time Arctic sea ice will go entirely away will be some summer in the 2050s (or even later), and after that an infrequent occurrence.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29828E-EAAE-9671-F2FA-1A4B4FE2B23F}"/>
              </a:ext>
            </a:extLst>
          </p:cNvPr>
          <p:cNvSpPr txBox="1"/>
          <p:nvPr/>
        </p:nvSpPr>
        <p:spPr>
          <a:xfrm>
            <a:off x="7529513" y="5476398"/>
            <a:ext cx="442549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*</a:t>
            </a:r>
            <a:r>
              <a:rPr lang="en-US" dirty="0">
                <a:hlinkClick r:id="rId4"/>
              </a:rPr>
              <a:t>https://www.nature.com/articles/s41467-023-38511-8</a:t>
            </a:r>
            <a:endParaRPr lang="en-US" dirty="0"/>
          </a:p>
          <a:p>
            <a:r>
              <a:rPr lang="en-US" sz="1800" dirty="0"/>
              <a:t>*</a:t>
            </a:r>
            <a:r>
              <a:rPr lang="en-US" dirty="0">
                <a:hlinkClick r:id="rId5"/>
              </a:rPr>
              <a:t>http://www.climatecodered.org/2023/06/dramatic-arctic-sea-ice-news-should-not.html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72675A2-C135-8C85-9FA9-DAD57B9898A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73830" y="3172869"/>
            <a:ext cx="5799302" cy="148804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8842962-08B2-0749-8E04-CB9395329AE6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Coming sooner than we thought: an ice-free summertime Arctic Ocean</a:t>
            </a:r>
          </a:p>
        </p:txBody>
      </p:sp>
    </p:spTree>
    <p:extLst>
      <p:ext uri="{BB962C8B-B14F-4D97-AF65-F5344CB8AC3E}">
        <p14:creationId xmlns:p14="http://schemas.microsoft.com/office/powerpoint/2010/main" val="42698994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F473856D-D5AA-A591-1448-559CE03B60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090" y="781437"/>
            <a:ext cx="7170973" cy="4782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0A581B6-19C9-A93E-314B-7AC01DDC99B8}"/>
              </a:ext>
            </a:extLst>
          </p:cNvPr>
          <p:cNvSpPr txBox="1"/>
          <p:nvPr/>
        </p:nvSpPr>
        <p:spPr>
          <a:xfrm>
            <a:off x="187090" y="6076563"/>
            <a:ext cx="68397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hlinkClick r:id="rId3"/>
              </a:rPr>
              <a:t>https://</a:t>
            </a:r>
            <a:r>
              <a:rPr lang="en-US" dirty="0" err="1">
                <a:hlinkClick r:id="rId3"/>
              </a:rPr>
              <a:t>zacklabe.files.wordpress.com</a:t>
            </a:r>
            <a:r>
              <a:rPr lang="en-US" dirty="0">
                <a:hlinkClick r:id="rId3"/>
              </a:rPr>
              <a:t>/2023/08/sit_piomas_jul23.gif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C09018-9B1D-482F-50E6-B2D65E156373}"/>
              </a:ext>
            </a:extLst>
          </p:cNvPr>
          <p:cNvSpPr txBox="1"/>
          <p:nvPr/>
        </p:nvSpPr>
        <p:spPr>
          <a:xfrm>
            <a:off x="7529513" y="781437"/>
            <a:ext cx="4586283" cy="193899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We used to think that the first time Arctic sea ice will go entirely away will be some summer in the 2050s (or even later), and after that an infrequent occurrence.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29828E-EAAE-9671-F2FA-1A4B4FE2B23F}"/>
              </a:ext>
            </a:extLst>
          </p:cNvPr>
          <p:cNvSpPr txBox="1"/>
          <p:nvPr/>
        </p:nvSpPr>
        <p:spPr>
          <a:xfrm>
            <a:off x="7529513" y="5476398"/>
            <a:ext cx="442549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*</a:t>
            </a:r>
            <a:r>
              <a:rPr lang="en-US" dirty="0">
                <a:hlinkClick r:id="rId4"/>
              </a:rPr>
              <a:t>https://www.nature.com/articles/s41467-023-38511-8</a:t>
            </a:r>
            <a:endParaRPr lang="en-US" dirty="0"/>
          </a:p>
          <a:p>
            <a:r>
              <a:rPr lang="en-US" sz="1800" dirty="0"/>
              <a:t>*</a:t>
            </a:r>
            <a:r>
              <a:rPr lang="en-US" dirty="0">
                <a:hlinkClick r:id="rId5"/>
              </a:rPr>
              <a:t>http://www.climatecodered.org/2023/06/dramatic-arctic-sea-ice-news-should-not.html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812618-D003-F9A4-099A-56FAF68CFE57}"/>
              </a:ext>
            </a:extLst>
          </p:cNvPr>
          <p:cNvSpPr txBox="1"/>
          <p:nvPr/>
        </p:nvSpPr>
        <p:spPr>
          <a:xfrm>
            <a:off x="5477493" y="3135486"/>
            <a:ext cx="6157356" cy="193899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2400" dirty="0"/>
              <a:t>The last ice-free Arctic summer was ~130,000 years ago, when parts of the Greenland ice sheet went away and the West Antarctic Ice Sheet slipped into the ocean, bringing meters of sea level rise.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0DA21E-36BF-D1EB-F687-629DDCD449CD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Coming sooner than we thought: an ice-free summertime Arctic Ocean</a:t>
            </a:r>
          </a:p>
        </p:txBody>
      </p:sp>
    </p:spTree>
    <p:extLst>
      <p:ext uri="{BB962C8B-B14F-4D97-AF65-F5344CB8AC3E}">
        <p14:creationId xmlns:p14="http://schemas.microsoft.com/office/powerpoint/2010/main" val="4849098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0DA21E-36BF-D1EB-F687-629DDCD449CD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To do sometime next week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3E05278-809A-4C2A-8A0E-39CCE36636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2558" y="461665"/>
            <a:ext cx="8941478" cy="6264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57763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313</Words>
  <Application>Microsoft Macintosh PowerPoint</Application>
  <PresentationFormat>Widescreen</PresentationFormat>
  <Paragraphs>17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Steven</dc:creator>
  <cp:lastModifiedBy>Steven</cp:lastModifiedBy>
  <cp:revision>1</cp:revision>
  <dcterms:created xsi:type="dcterms:W3CDTF">2025-09-21T18:06:43Z</dcterms:created>
  <dcterms:modified xsi:type="dcterms:W3CDTF">2025-09-21T18:08:21Z</dcterms:modified>
</cp:coreProperties>
</file>